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sldIdLst>
    <p:sldId id="258" r:id="rId8"/>
    <p:sldId id="273" r:id="rId9"/>
    <p:sldId id="318" r:id="rId10"/>
    <p:sldId id="319" r:id="rId11"/>
    <p:sldId id="320" r:id="rId12"/>
    <p:sldId id="321" r:id="rId13"/>
    <p:sldId id="322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8B3090F-55CA-48B6-AE9D-1026C3C1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2993"/>
            <a:ext cx="10515600" cy="1325563"/>
          </a:xfrm>
        </p:spPr>
        <p:txBody>
          <a:bodyPr/>
          <a:lstStyle/>
          <a:p>
            <a:pPr algn="ctr"/>
            <a:r>
              <a:rPr lang="id-ID" b="1" dirty="0" smtClean="0"/>
              <a:t>PERTEMUAN  5</a:t>
            </a:r>
            <a:br>
              <a:rPr lang="id-ID" b="1" dirty="0" smtClean="0"/>
            </a:br>
            <a:r>
              <a:rPr lang="id-ID" b="1" dirty="0"/>
              <a:t>BAB IV  MANIPULASI BERKAS</a:t>
            </a:r>
          </a:p>
        </p:txBody>
      </p:sp>
      <p:sp>
        <p:nvSpPr>
          <p:cNvPr id="3" name="Title 1">
            <a:extLst>
              <a:ext uri="{FF2B5EF4-FFF2-40B4-BE49-F238E27FC236}">
                <a16:creationId xmlns="" xmlns:a16="http://schemas.microsoft.com/office/drawing/2014/main" id="{B8B3090F-55CA-48B6-AE9D-1026C3C1790C}"/>
              </a:ext>
            </a:extLst>
          </p:cNvPr>
          <p:cNvSpPr txBox="1">
            <a:spLocks/>
          </p:cNvSpPr>
          <p:nvPr/>
        </p:nvSpPr>
        <p:spPr>
          <a:xfrm>
            <a:off x="990600" y="18205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b="1" dirty="0" smtClean="0">
                <a:latin typeface="Algerian" panose="04020705040A02060702" pitchFamily="82" charset="0"/>
              </a:rPr>
              <a:t>PEMROGRAMAN WEB 2</a:t>
            </a:r>
            <a:br>
              <a:rPr lang="id-ID" b="1" dirty="0" smtClean="0">
                <a:latin typeface="Algerian" panose="04020705040A02060702" pitchFamily="82" charset="0"/>
              </a:rPr>
            </a:br>
            <a:endParaRPr lang="en-ID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195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/>
            <a:r>
              <a:rPr lang="id-ID" sz="4400" b="1" dirty="0" smtClean="0"/>
              <a:t>4.1 </a:t>
            </a:r>
            <a:r>
              <a:rPr lang="id-ID" sz="4400" dirty="0"/>
              <a:t>Prinsip Pemrosesan Berkas</a:t>
            </a:r>
            <a:endParaRPr lang="id-ID" sz="4400" b="1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163" y="1345163"/>
            <a:ext cx="7745489" cy="4692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345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7055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/>
            <a:r>
              <a:rPr lang="id-ID" sz="4400" b="1" dirty="0" smtClean="0"/>
              <a:t>4.2 </a:t>
            </a:r>
            <a:r>
              <a:rPr lang="id-ID" sz="4400" dirty="0"/>
              <a:t>Mode Dalam Berkas</a:t>
            </a:r>
            <a:endParaRPr lang="id-ID" sz="44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814609"/>
              </p:ext>
            </p:extLst>
          </p:nvPr>
        </p:nvGraphicFramePr>
        <p:xfrm>
          <a:off x="442175" y="926438"/>
          <a:ext cx="11307650" cy="5216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4811"/>
                <a:gridCol w="9302839"/>
              </a:tblGrid>
              <a:tr h="21302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i-FI" sz="2400" dirty="0">
                          <a:effectLst/>
                        </a:rPr>
                        <a:t>Mode</a:t>
                      </a:r>
                      <a:endParaRPr lang="id-ID" sz="2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i-FI" sz="2400">
                          <a:effectLst/>
                        </a:rPr>
                        <a:t>Keterangan</a:t>
                      </a:r>
                      <a:endParaRPr lang="id-ID" sz="2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814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i-FI" sz="2400">
                          <a:effectLst/>
                        </a:rPr>
                        <a:t>r</a:t>
                      </a:r>
                      <a:endParaRPr lang="id-ID" sz="2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Berkas hanya bisa dibaca.  Penunjuk berkas akan diletakkan di awal berkas</a:t>
                      </a:r>
                      <a:endParaRPr lang="id-ID" sz="2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622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i-FI" sz="2400">
                          <a:effectLst/>
                        </a:rPr>
                        <a:t>r+</a:t>
                      </a:r>
                      <a:endParaRPr lang="id-ID" sz="2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2400">
                          <a:effectLst/>
                        </a:rPr>
                        <a:t>Berkas dibuka dengan mode baca dan tulis.  Penunjuk berkas diletakkan diawal berkas</a:t>
                      </a:r>
                      <a:endParaRPr lang="id-ID" sz="2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641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i-FI" sz="2400">
                          <a:effectLst/>
                        </a:rPr>
                        <a:t>w</a:t>
                      </a:r>
                      <a:endParaRPr lang="id-ID" sz="2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2400" dirty="0">
                          <a:effectLst/>
                        </a:rPr>
                        <a:t>Mode perekaman data.  Berkas akan diciptakan kalau belum ada, kalau sudah ada isinya akan dihapus</a:t>
                      </a:r>
                      <a:endParaRPr lang="id-ID" sz="2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8023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i-FI" sz="2400">
                          <a:effectLst/>
                        </a:rPr>
                        <a:t>w+</a:t>
                      </a:r>
                      <a:endParaRPr lang="id-ID" sz="2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2400" dirty="0">
                          <a:effectLst/>
                        </a:rPr>
                        <a:t>Berkas dibuka dengan mode baca dan tulis.  Berkas akan diciptakan kalau belum ada, kalau sudah ada isinya akan dihapus</a:t>
                      </a:r>
                      <a:endParaRPr lang="id-ID" sz="2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9628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i-FI" sz="2400">
                          <a:effectLst/>
                        </a:rPr>
                        <a:t>A</a:t>
                      </a:r>
                      <a:endParaRPr lang="id-ID" sz="2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i-FI" sz="2400" dirty="0">
                          <a:effectLst/>
                        </a:rPr>
                        <a:t>Mode ini untuk penambahan data.  Pada saat berkas dibuka, penunjuk berkas diletakkan pada akhir berkas.  Apabila berkas belum ada akan diciptakan</a:t>
                      </a:r>
                      <a:endParaRPr lang="id-ID" sz="2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8023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i-FI" sz="2400">
                          <a:effectLst/>
                        </a:rPr>
                        <a:t>a+</a:t>
                      </a:r>
                      <a:endParaRPr lang="id-ID" sz="2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i-FI" sz="2400" dirty="0">
                          <a:effectLst/>
                        </a:rPr>
                        <a:t>Berkas dibuka dengan mode baca dan tulis, penunjuk berkas diletakkan pada akhir berkas. Apabila berkas belum ada akan diciptakan</a:t>
                      </a:r>
                      <a:endParaRPr lang="id-ID" sz="2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52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7055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/>
              <a:t>Latihan 1. </a:t>
            </a:r>
            <a:endParaRPr lang="id-ID" sz="4000" b="1" dirty="0"/>
          </a:p>
        </p:txBody>
      </p:sp>
      <p:sp>
        <p:nvSpPr>
          <p:cNvPr id="4" name="Rectangle 3"/>
          <p:cNvSpPr/>
          <p:nvPr/>
        </p:nvSpPr>
        <p:spPr>
          <a:xfrm>
            <a:off x="838200" y="1429555"/>
            <a:ext cx="8305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4000" dirty="0"/>
              <a:t>Ketikkan pada notepad kalimat dibawah ini.</a:t>
            </a:r>
          </a:p>
          <a:p>
            <a:r>
              <a:rPr lang="id-ID" sz="4000" dirty="0"/>
              <a:t>Hello, this is a test file.</a:t>
            </a:r>
          </a:p>
          <a:p>
            <a:r>
              <a:rPr lang="id-ID" sz="4000" dirty="0"/>
              <a:t>There are three lines here.</a:t>
            </a:r>
          </a:p>
          <a:p>
            <a:r>
              <a:rPr lang="id-ID" sz="4000" dirty="0"/>
              <a:t>This is the last line.</a:t>
            </a:r>
          </a:p>
          <a:p>
            <a:r>
              <a:rPr lang="id-ID" sz="4000" dirty="0"/>
              <a:t>Simpan dengan nama : test1.txt</a:t>
            </a:r>
          </a:p>
        </p:txBody>
      </p:sp>
    </p:spTree>
    <p:extLst>
      <p:ext uri="{BB962C8B-B14F-4D97-AF65-F5344CB8AC3E}">
        <p14:creationId xmlns:p14="http://schemas.microsoft.com/office/powerpoint/2010/main" val="223521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7055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/>
              <a:t>Latihan </a:t>
            </a:r>
            <a:r>
              <a:rPr lang="id-ID" b="1" dirty="0" smtClean="0"/>
              <a:t>2. </a:t>
            </a:r>
            <a:endParaRPr lang="id-ID" sz="4000" b="1" dirty="0"/>
          </a:p>
        </p:txBody>
      </p:sp>
      <p:sp>
        <p:nvSpPr>
          <p:cNvPr id="4" name="Rectangle 3"/>
          <p:cNvSpPr/>
          <p:nvPr/>
        </p:nvSpPr>
        <p:spPr>
          <a:xfrm>
            <a:off x="838200" y="1429555"/>
            <a:ext cx="83058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4000" dirty="0"/>
              <a:t>&lt;?php</a:t>
            </a:r>
          </a:p>
          <a:p>
            <a:r>
              <a:rPr lang="id-ID" sz="4000" dirty="0"/>
              <a:t>$file = fopen("test1.txt","r");</a:t>
            </a:r>
          </a:p>
          <a:p>
            <a:r>
              <a:rPr lang="id-ID" sz="4000" dirty="0"/>
              <a:t>echo fgets($file);</a:t>
            </a:r>
          </a:p>
          <a:p>
            <a:r>
              <a:rPr lang="id-ID" sz="4000" dirty="0"/>
              <a:t>fclose($file);</a:t>
            </a:r>
          </a:p>
          <a:p>
            <a:r>
              <a:rPr lang="id-ID" sz="4000" dirty="0"/>
              <a:t>?&gt;</a:t>
            </a:r>
          </a:p>
          <a:p>
            <a:r>
              <a:rPr lang="id-ID" sz="4000" dirty="0"/>
              <a:t> </a:t>
            </a:r>
          </a:p>
          <a:p>
            <a:r>
              <a:rPr lang="id-ID" sz="4000" dirty="0"/>
              <a:t>Simpan dengan nama fgets1.php</a:t>
            </a:r>
          </a:p>
        </p:txBody>
      </p:sp>
    </p:spTree>
    <p:extLst>
      <p:ext uri="{BB962C8B-B14F-4D97-AF65-F5344CB8AC3E}">
        <p14:creationId xmlns:p14="http://schemas.microsoft.com/office/powerpoint/2010/main" val="87221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7055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/>
              <a:t>Latihan </a:t>
            </a:r>
            <a:r>
              <a:rPr lang="id-ID" b="1" dirty="0"/>
              <a:t>3</a:t>
            </a:r>
            <a:r>
              <a:rPr lang="id-ID" b="1" dirty="0" smtClean="0"/>
              <a:t>. </a:t>
            </a:r>
            <a:endParaRPr lang="id-ID" sz="4000" b="1" dirty="0"/>
          </a:p>
        </p:txBody>
      </p:sp>
      <p:sp>
        <p:nvSpPr>
          <p:cNvPr id="4" name="Rectangle 3"/>
          <p:cNvSpPr/>
          <p:nvPr/>
        </p:nvSpPr>
        <p:spPr>
          <a:xfrm>
            <a:off x="838200" y="901516"/>
            <a:ext cx="8305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4000" dirty="0"/>
              <a:t>&lt;?php</a:t>
            </a:r>
          </a:p>
          <a:p>
            <a:r>
              <a:rPr lang="id-ID" sz="4000" dirty="0"/>
              <a:t>$file = fopen("test1.txt","r");</a:t>
            </a:r>
          </a:p>
          <a:p>
            <a:r>
              <a:rPr lang="id-ID" sz="4000" dirty="0"/>
              <a:t>while(! feof($file))</a:t>
            </a:r>
          </a:p>
          <a:p>
            <a:r>
              <a:rPr lang="id-ID" sz="4000" dirty="0"/>
              <a:t>  {</a:t>
            </a:r>
          </a:p>
          <a:p>
            <a:r>
              <a:rPr lang="id-ID" sz="4000" dirty="0"/>
              <a:t>  echo fgets($file). "&lt;br /&gt;";</a:t>
            </a:r>
          </a:p>
          <a:p>
            <a:r>
              <a:rPr lang="id-ID" sz="4000" dirty="0"/>
              <a:t>  }</a:t>
            </a:r>
          </a:p>
          <a:p>
            <a:r>
              <a:rPr lang="id-ID" sz="4000" dirty="0"/>
              <a:t>fclose($file);</a:t>
            </a:r>
          </a:p>
          <a:p>
            <a:r>
              <a:rPr lang="id-ID" sz="4000" dirty="0"/>
              <a:t>?&gt;</a:t>
            </a:r>
          </a:p>
          <a:p>
            <a:r>
              <a:rPr lang="id-ID" sz="4000" dirty="0"/>
              <a:t>Simpan dengan nama fgets2.php</a:t>
            </a:r>
          </a:p>
        </p:txBody>
      </p:sp>
    </p:spTree>
    <p:extLst>
      <p:ext uri="{BB962C8B-B14F-4D97-AF65-F5344CB8AC3E}">
        <p14:creationId xmlns:p14="http://schemas.microsoft.com/office/powerpoint/2010/main" val="247463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7055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/>
              <a:t>Latihan </a:t>
            </a:r>
            <a:r>
              <a:rPr lang="id-ID" b="1" dirty="0" smtClean="0"/>
              <a:t>4. </a:t>
            </a:r>
            <a:endParaRPr lang="id-ID" sz="4000" b="1" dirty="0"/>
          </a:p>
        </p:txBody>
      </p:sp>
      <p:sp>
        <p:nvSpPr>
          <p:cNvPr id="4" name="Rectangle 3"/>
          <p:cNvSpPr/>
          <p:nvPr/>
        </p:nvSpPr>
        <p:spPr>
          <a:xfrm>
            <a:off x="39703" y="901516"/>
            <a:ext cx="5742912" cy="5262979"/>
          </a:xfrm>
          <a:prstGeom prst="rect">
            <a:avLst/>
          </a:prstGeom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&lt;html&gt;</a:t>
            </a:r>
          </a:p>
          <a:p>
            <a:r>
              <a:rPr lang="id-ID" sz="2400" dirty="0"/>
              <a:t>&lt;head&gt;</a:t>
            </a:r>
          </a:p>
          <a:p>
            <a:r>
              <a:rPr lang="id-ID" sz="2400" dirty="0"/>
              <a:t>&lt;title&gt;Contoh Counter&lt;/title&gt;</a:t>
            </a:r>
          </a:p>
          <a:p>
            <a:r>
              <a:rPr lang="id-ID" sz="2400" dirty="0"/>
              <a:t>&lt;/head&gt;</a:t>
            </a:r>
          </a:p>
          <a:p>
            <a:r>
              <a:rPr lang="id-ID" sz="2400" dirty="0"/>
              <a:t>&lt;body&gt;</a:t>
            </a:r>
          </a:p>
          <a:p>
            <a:r>
              <a:rPr lang="id-ID" sz="2400" dirty="0"/>
              <a:t> &lt;?php</a:t>
            </a:r>
          </a:p>
          <a:p>
            <a:r>
              <a:rPr lang="id-ID" sz="2400" dirty="0"/>
              <a:t> $nama_file="counter.dat";</a:t>
            </a:r>
          </a:p>
          <a:p>
            <a:r>
              <a:rPr lang="id-ID" sz="2400" dirty="0"/>
              <a:t> If (file_exists($nama_file))</a:t>
            </a:r>
          </a:p>
          <a:p>
            <a:r>
              <a:rPr lang="id-ID" sz="2400" dirty="0"/>
              <a:t> {</a:t>
            </a:r>
          </a:p>
          <a:p>
            <a:r>
              <a:rPr lang="id-ID" sz="2400" dirty="0"/>
              <a:t>  $berkas = fopen($nama_file,"r");</a:t>
            </a:r>
          </a:p>
          <a:p>
            <a:r>
              <a:rPr lang="id-ID" sz="2400" dirty="0"/>
              <a:t>  $pencacah = (integer)trim(fgets($berkas, 255));</a:t>
            </a:r>
          </a:p>
          <a:p>
            <a:r>
              <a:rPr lang="id-ID" sz="2400" dirty="0"/>
              <a:t>  $pencacah++;</a:t>
            </a:r>
          </a:p>
          <a:p>
            <a:r>
              <a:rPr lang="id-ID" sz="2400" dirty="0"/>
              <a:t>  Fclose($berk</a:t>
            </a:r>
          </a:p>
        </p:txBody>
      </p:sp>
      <p:sp>
        <p:nvSpPr>
          <p:cNvPr id="2" name="Rectangle 1"/>
          <p:cNvSpPr/>
          <p:nvPr/>
        </p:nvSpPr>
        <p:spPr>
          <a:xfrm>
            <a:off x="5971533" y="619585"/>
            <a:ext cx="6096000" cy="5632311"/>
          </a:xfrm>
          <a:prstGeom prst="rect">
            <a:avLst/>
          </a:prstGeom>
          <a:ln w="57150">
            <a:solidFill>
              <a:srgbClr val="00B050"/>
            </a:solidFill>
          </a:ln>
        </p:spPr>
        <p:txBody>
          <a:bodyPr>
            <a:spAutoFit/>
          </a:bodyPr>
          <a:lstStyle/>
          <a:p>
            <a:r>
              <a:rPr lang="id-ID" sz="2400" dirty="0"/>
              <a:t>}</a:t>
            </a:r>
          </a:p>
          <a:p>
            <a:r>
              <a:rPr lang="id-ID" sz="2400" dirty="0"/>
              <a:t> Else</a:t>
            </a:r>
          </a:p>
          <a:p>
            <a:r>
              <a:rPr lang="id-ID" sz="2400" dirty="0"/>
              <a:t>  $pencacah = 1;</a:t>
            </a:r>
          </a:p>
          <a:p>
            <a:r>
              <a:rPr lang="id-ID" sz="2400" dirty="0"/>
              <a:t>  // simpan pencacah</a:t>
            </a:r>
          </a:p>
          <a:p>
            <a:r>
              <a:rPr lang="id-ID" sz="2400" dirty="0"/>
              <a:t>  $berkas = fopen($nama_file,"w");</a:t>
            </a:r>
          </a:p>
          <a:p>
            <a:r>
              <a:rPr lang="id-ID" sz="2400" dirty="0"/>
              <a:t>  Fputs($berkas, $pencacah);</a:t>
            </a:r>
          </a:p>
          <a:p>
            <a:r>
              <a:rPr lang="id-ID" sz="2400" dirty="0"/>
              <a:t>  Fclose($berkas);</a:t>
            </a:r>
          </a:p>
          <a:p>
            <a:r>
              <a:rPr lang="id-ID" sz="2400" dirty="0"/>
              <a:t> </a:t>
            </a:r>
          </a:p>
          <a:p>
            <a:r>
              <a:rPr lang="id-ID" sz="2400" dirty="0"/>
              <a:t>  // tulis ke halaman web</a:t>
            </a:r>
          </a:p>
          <a:p>
            <a:r>
              <a:rPr lang="id-ID" sz="2400" dirty="0"/>
              <a:t>  Print("Anda pengunjung ke-$pencacah &lt;br&gt;\n");   ?&gt;</a:t>
            </a:r>
          </a:p>
          <a:p>
            <a:r>
              <a:rPr lang="id-ID" sz="2400" dirty="0"/>
              <a:t>&lt;/body&gt;</a:t>
            </a:r>
          </a:p>
          <a:p>
            <a:r>
              <a:rPr lang="id-ID" sz="2400" dirty="0"/>
              <a:t>&lt;/html&gt;</a:t>
            </a:r>
          </a:p>
          <a:p>
            <a:r>
              <a:rPr lang="id-ID" sz="2400" dirty="0"/>
              <a:t> </a:t>
            </a:r>
          </a:p>
          <a:p>
            <a:r>
              <a:rPr lang="id-ID" sz="2400" dirty="0"/>
              <a:t>Simpan dengan nama counter.php</a:t>
            </a:r>
          </a:p>
        </p:txBody>
      </p:sp>
    </p:spTree>
    <p:extLst>
      <p:ext uri="{BB962C8B-B14F-4D97-AF65-F5344CB8AC3E}">
        <p14:creationId xmlns:p14="http://schemas.microsoft.com/office/powerpoint/2010/main" val="226446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8BBBC7-7D6D-4A56-8061-F6B2DFE2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35" y="765818"/>
            <a:ext cx="10515600" cy="1325563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1187</TotalTime>
  <Words>337</Words>
  <Application>Microsoft Office PowerPoint</Application>
  <PresentationFormat>Custom</PresentationFormat>
  <Paragraphs>70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PERTEMUAN  5 BAB IV  MANIPULASI BERKAS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zainudin</cp:lastModifiedBy>
  <cp:revision>38</cp:revision>
  <dcterms:created xsi:type="dcterms:W3CDTF">2021-08-16T10:58:02Z</dcterms:created>
  <dcterms:modified xsi:type="dcterms:W3CDTF">2021-08-25T15:49:24Z</dcterms:modified>
</cp:coreProperties>
</file>